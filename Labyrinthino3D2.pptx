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60" r:id="rId6"/>
    <p:sldId id="261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83FF"/>
    <a:srgbClr val="C3C6FF"/>
    <a:srgbClr val="7A31FF"/>
    <a:srgbClr val="B431FF"/>
    <a:srgbClr val="0025C6"/>
    <a:srgbClr val="3153FF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3594100" y="996950"/>
            <a:ext cx="5004435" cy="5004435"/>
          </a:xfrm>
          <a:prstGeom prst="ellipse">
            <a:avLst/>
          </a:prstGeom>
          <a:solidFill>
            <a:srgbClr val="3153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Овал 4"/>
          <p:cNvSpPr/>
          <p:nvPr/>
        </p:nvSpPr>
        <p:spPr>
          <a:xfrm>
            <a:off x="3894455" y="1226820"/>
            <a:ext cx="4403725" cy="44037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836920" y="2158365"/>
            <a:ext cx="1931035" cy="61150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rgbClr val="7A31FF"/>
                </a:solidFill>
                <a:latin typeface="Franklin Gothic Demi" panose="020B0703020102020204" charset="0"/>
                <a:cs typeface="Franklin Gothic Demi" panose="020B0703020102020204" charset="0"/>
              </a:rPr>
              <a:t>Колотилин Артём</a:t>
            </a:r>
            <a:endParaRPr lang="ru-RU" altLang="en-US" sz="2800">
              <a:solidFill>
                <a:srgbClr val="7A31FF"/>
              </a:solidFill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800725" y="3067685"/>
            <a:ext cx="2200275" cy="16141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Unity-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разработчик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с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опытом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полного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цикла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: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довожу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механику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релиза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,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не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первого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бага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.</a:t>
            </a:r>
            <a:endParaRPr lang="en-US" altLang="ru-RU" sz="2000">
              <a:solidFill>
                <a:schemeClr val="tx1">
                  <a:lumMod val="95000"/>
                  <a:lumOff val="5000"/>
                </a:schemeClr>
              </a:solidFill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3594100" y="996950"/>
            <a:ext cx="5004435" cy="5004435"/>
          </a:xfrm>
          <a:prstGeom prst="ellipse">
            <a:avLst/>
          </a:prstGeom>
          <a:solidFill>
            <a:srgbClr val="0025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4" name="Picture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5065" y="1804035"/>
            <a:ext cx="4802505" cy="3250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-1419860" y="-4086860"/>
            <a:ext cx="15032355" cy="15032355"/>
          </a:xfrm>
          <a:prstGeom prst="ellipse">
            <a:avLst/>
          </a:prstGeom>
          <a:solidFill>
            <a:srgbClr val="7A31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Овал 4"/>
          <p:cNvSpPr/>
          <p:nvPr/>
        </p:nvSpPr>
        <p:spPr>
          <a:xfrm>
            <a:off x="1223010" y="1191895"/>
            <a:ext cx="4403725" cy="44037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753235" y="2123440"/>
            <a:ext cx="3343275" cy="61150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rgbClr val="7A31FF"/>
                </a:solidFill>
                <a:latin typeface="Franklin Gothic Heavy" panose="020B0903020102020204" charset="0"/>
                <a:cs typeface="Franklin Gothic Heavy" panose="020B0903020102020204" charset="0"/>
              </a:rPr>
              <a:t>Колотилин Артём</a:t>
            </a:r>
            <a:endParaRPr lang="ru-RU" altLang="en-US" sz="2800">
              <a:solidFill>
                <a:srgbClr val="7A31FF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520190" y="3032760"/>
            <a:ext cx="3809365" cy="16141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Unity-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разработчик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с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опытом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полного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цикла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: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довожу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механику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релиза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,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не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первого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бага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.</a:t>
            </a:r>
            <a:endParaRPr lang="en-US" altLang="ru-RU" sz="2000">
              <a:solidFill>
                <a:schemeClr val="tx1">
                  <a:lumMod val="95000"/>
                  <a:lumOff val="5000"/>
                </a:schemeClr>
              </a:solidFill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6273165" y="1191895"/>
            <a:ext cx="4403725" cy="4403725"/>
          </a:xfrm>
          <a:prstGeom prst="ellipse">
            <a:avLst/>
          </a:prstGeom>
          <a:solidFill>
            <a:srgbClr val="0025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83565" y="10800080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488180" y="13512800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8392795" y="16483965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897890" y="11485245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Жанр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1727835" y="11134725"/>
            <a:ext cx="872490" cy="175260"/>
            <a:chOff x="2718" y="5342"/>
            <a:chExt cx="1374" cy="276"/>
          </a:xfrm>
        </p:grpSpPr>
        <p:sp>
          <p:nvSpPr>
            <p:cNvPr id="19" name="Овал 18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0" name="Овал 19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1" name="Овал 20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sp>
        <p:nvSpPr>
          <p:cNvPr id="14" name="Текстовое поле 13"/>
          <p:cNvSpPr txBox="1"/>
          <p:nvPr/>
        </p:nvSpPr>
        <p:spPr>
          <a:xfrm>
            <a:off x="897890" y="12535535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3D </a:t>
            </a:r>
            <a:r>
              <a:rPr lang="ru-RU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г</a:t>
            </a:r>
            <a:r>
              <a:rPr lang="ru-RU" alt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оловоломка</a:t>
            </a:r>
            <a:endParaRPr lang="ru-RU" alt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802505" y="14197965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Слоган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4802505" y="15248255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4 комнаты 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4 испытания 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Твои навыки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8707120" y="17169130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Аудитория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8707120" y="18219420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8+, любители головоломок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grpSp>
        <p:nvGrpSpPr>
          <p:cNvPr id="23" name="Группа 22"/>
          <p:cNvGrpSpPr/>
          <p:nvPr/>
        </p:nvGrpSpPr>
        <p:grpSpPr>
          <a:xfrm>
            <a:off x="5660390" y="13847445"/>
            <a:ext cx="872490" cy="175260"/>
            <a:chOff x="2718" y="5342"/>
            <a:chExt cx="1374" cy="276"/>
          </a:xfrm>
        </p:grpSpPr>
        <p:sp>
          <p:nvSpPr>
            <p:cNvPr id="24" name="Овал 23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5" name="Овал 24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6" name="Овал 25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9591040" y="16823690"/>
            <a:ext cx="872490" cy="175260"/>
            <a:chOff x="2718" y="5342"/>
            <a:chExt cx="1374" cy="276"/>
          </a:xfrm>
        </p:grpSpPr>
        <p:sp>
          <p:nvSpPr>
            <p:cNvPr id="28" name="Овал 27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9" name="Овал 28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30" name="Овал 29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pic>
        <p:nvPicPr>
          <p:cNvPr id="8" name="Picture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6470" y="342900"/>
            <a:ext cx="3533775" cy="2392045"/>
          </a:xfrm>
          <a:prstGeom prst="rect">
            <a:avLst/>
          </a:prstGeom>
        </p:spPr>
      </p:pic>
      <p:sp>
        <p:nvSpPr>
          <p:cNvPr id="10" name="Полилиния 9"/>
          <p:cNvSpPr/>
          <p:nvPr/>
        </p:nvSpPr>
        <p:spPr>
          <a:xfrm>
            <a:off x="15591155" y="4777105"/>
            <a:ext cx="6708140" cy="670814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9792" h="9792">
                <a:moveTo>
                  <a:pt x="4896" y="1344"/>
                </a:moveTo>
                <a:cubicBezTo>
                  <a:pt x="2934" y="1344"/>
                  <a:pt x="1344" y="2934"/>
                  <a:pt x="1344" y="4896"/>
                </a:cubicBezTo>
                <a:cubicBezTo>
                  <a:pt x="1344" y="6858"/>
                  <a:pt x="2934" y="8448"/>
                  <a:pt x="4896" y="8448"/>
                </a:cubicBezTo>
                <a:cubicBezTo>
                  <a:pt x="6858" y="8448"/>
                  <a:pt x="8448" y="6858"/>
                  <a:pt x="8448" y="4896"/>
                </a:cubicBezTo>
                <a:cubicBezTo>
                  <a:pt x="8448" y="2934"/>
                  <a:pt x="6858" y="1344"/>
                  <a:pt x="4896" y="1344"/>
                </a:cubicBezTo>
                <a:close/>
                <a:moveTo>
                  <a:pt x="4896" y="0"/>
                </a:moveTo>
                <a:cubicBezTo>
                  <a:pt x="7600" y="0"/>
                  <a:pt x="9792" y="2192"/>
                  <a:pt x="9792" y="4896"/>
                </a:cubicBezTo>
                <a:cubicBezTo>
                  <a:pt x="9792" y="7600"/>
                  <a:pt x="7600" y="9792"/>
                  <a:pt x="4896" y="9792"/>
                </a:cubicBezTo>
                <a:cubicBezTo>
                  <a:pt x="2192" y="9792"/>
                  <a:pt x="0" y="7600"/>
                  <a:pt x="0" y="4896"/>
                </a:cubicBezTo>
                <a:cubicBezTo>
                  <a:pt x="0" y="2192"/>
                  <a:pt x="2192" y="0"/>
                  <a:pt x="4896" y="0"/>
                </a:cubicBezTo>
                <a:close/>
              </a:path>
            </a:pathLst>
          </a:custGeom>
          <a:solidFill>
            <a:srgbClr val="0025C6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ru-RU" altLang="en-US"/>
          </a:p>
        </p:txBody>
      </p:sp>
      <p:sp>
        <p:nvSpPr>
          <p:cNvPr id="32" name="Полилиния 31"/>
          <p:cNvSpPr/>
          <p:nvPr/>
        </p:nvSpPr>
        <p:spPr>
          <a:xfrm>
            <a:off x="-5869305" y="7572375"/>
            <a:ext cx="2470785" cy="247078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792" h="9792">
                <a:moveTo>
                  <a:pt x="4896" y="1344"/>
                </a:moveTo>
                <a:cubicBezTo>
                  <a:pt x="2934" y="1344"/>
                  <a:pt x="1344" y="2934"/>
                  <a:pt x="1344" y="4896"/>
                </a:cubicBezTo>
                <a:cubicBezTo>
                  <a:pt x="1344" y="6858"/>
                  <a:pt x="2934" y="8448"/>
                  <a:pt x="4896" y="8448"/>
                </a:cubicBezTo>
                <a:cubicBezTo>
                  <a:pt x="6858" y="8448"/>
                  <a:pt x="8448" y="6858"/>
                  <a:pt x="8448" y="4896"/>
                </a:cubicBezTo>
                <a:cubicBezTo>
                  <a:pt x="8448" y="2934"/>
                  <a:pt x="6858" y="1344"/>
                  <a:pt x="4896" y="1344"/>
                </a:cubicBezTo>
                <a:close/>
                <a:moveTo>
                  <a:pt x="4896" y="0"/>
                </a:moveTo>
                <a:cubicBezTo>
                  <a:pt x="7600" y="0"/>
                  <a:pt x="9792" y="2192"/>
                  <a:pt x="9792" y="4896"/>
                </a:cubicBezTo>
                <a:cubicBezTo>
                  <a:pt x="9792" y="7600"/>
                  <a:pt x="7600" y="9792"/>
                  <a:pt x="4896" y="9792"/>
                </a:cubicBezTo>
                <a:cubicBezTo>
                  <a:pt x="2192" y="9792"/>
                  <a:pt x="0" y="7600"/>
                  <a:pt x="0" y="4896"/>
                </a:cubicBezTo>
                <a:cubicBezTo>
                  <a:pt x="0" y="2192"/>
                  <a:pt x="2192" y="0"/>
                  <a:pt x="4896" y="0"/>
                </a:cubicBezTo>
                <a:close/>
              </a:path>
            </a:pathLst>
          </a:custGeom>
          <a:solidFill>
            <a:srgbClr val="3153FF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-1419860" y="-4086860"/>
            <a:ext cx="15032355" cy="15032355"/>
          </a:xfrm>
          <a:prstGeom prst="ellipse">
            <a:avLst/>
          </a:prstGeom>
          <a:solidFill>
            <a:srgbClr val="7A31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2" name="Полилиния 31"/>
          <p:cNvSpPr/>
          <p:nvPr/>
        </p:nvSpPr>
        <p:spPr>
          <a:xfrm>
            <a:off x="-565785" y="2146935"/>
            <a:ext cx="2470785" cy="247078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792" h="9792">
                <a:moveTo>
                  <a:pt x="4896" y="1344"/>
                </a:moveTo>
                <a:cubicBezTo>
                  <a:pt x="2934" y="1344"/>
                  <a:pt x="1344" y="2934"/>
                  <a:pt x="1344" y="4896"/>
                </a:cubicBezTo>
                <a:cubicBezTo>
                  <a:pt x="1344" y="6858"/>
                  <a:pt x="2934" y="8448"/>
                  <a:pt x="4896" y="8448"/>
                </a:cubicBezTo>
                <a:cubicBezTo>
                  <a:pt x="6858" y="8448"/>
                  <a:pt x="8448" y="6858"/>
                  <a:pt x="8448" y="4896"/>
                </a:cubicBezTo>
                <a:cubicBezTo>
                  <a:pt x="8448" y="2934"/>
                  <a:pt x="6858" y="1344"/>
                  <a:pt x="4896" y="1344"/>
                </a:cubicBezTo>
                <a:close/>
                <a:moveTo>
                  <a:pt x="4896" y="0"/>
                </a:moveTo>
                <a:cubicBezTo>
                  <a:pt x="7600" y="0"/>
                  <a:pt x="9792" y="2192"/>
                  <a:pt x="9792" y="4896"/>
                </a:cubicBezTo>
                <a:cubicBezTo>
                  <a:pt x="9792" y="7600"/>
                  <a:pt x="7600" y="9792"/>
                  <a:pt x="4896" y="9792"/>
                </a:cubicBezTo>
                <a:cubicBezTo>
                  <a:pt x="2192" y="9792"/>
                  <a:pt x="0" y="7600"/>
                  <a:pt x="0" y="4896"/>
                </a:cubicBezTo>
                <a:cubicBezTo>
                  <a:pt x="0" y="2192"/>
                  <a:pt x="2192" y="0"/>
                  <a:pt x="4896" y="0"/>
                </a:cubicBezTo>
                <a:close/>
              </a:path>
            </a:pathLst>
          </a:custGeom>
          <a:solidFill>
            <a:srgbClr val="3153FF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ru-RU" altLang="en-US"/>
          </a:p>
        </p:txBody>
      </p:sp>
      <p:sp>
        <p:nvSpPr>
          <p:cNvPr id="5" name="Овал 4"/>
          <p:cNvSpPr/>
          <p:nvPr/>
        </p:nvSpPr>
        <p:spPr>
          <a:xfrm>
            <a:off x="1592580" y="-8089900"/>
            <a:ext cx="4403725" cy="44037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2355850" y="-4337050"/>
            <a:ext cx="3343275" cy="61150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rgbClr val="7A31FF"/>
                </a:solidFill>
                <a:latin typeface="Franklin Gothic Demi" panose="020B0703020102020204" charset="0"/>
                <a:cs typeface="Franklin Gothic Demi" panose="020B0703020102020204" charset="0"/>
              </a:rPr>
              <a:t>Колотилин Артём</a:t>
            </a:r>
            <a:endParaRPr lang="ru-RU" altLang="en-US" sz="2800">
              <a:solidFill>
                <a:srgbClr val="7A31FF"/>
              </a:solidFill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727835" y="-4337050"/>
            <a:ext cx="3809365" cy="16141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Unity-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разработчик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с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опытом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полного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цикла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: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довожу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механику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релиза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,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не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до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первого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бага</a:t>
            </a:r>
            <a:r>
              <a:rPr lang="en-US" altLang="ru-RU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.</a:t>
            </a:r>
            <a:endParaRPr lang="en-US" altLang="ru-RU" sz="2000">
              <a:solidFill>
                <a:schemeClr val="tx1">
                  <a:lumMod val="95000"/>
                  <a:lumOff val="5000"/>
                </a:schemeClr>
              </a:solidFill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  <p:sp>
        <p:nvSpPr>
          <p:cNvPr id="31" name="Полилиния 30"/>
          <p:cNvSpPr/>
          <p:nvPr/>
        </p:nvSpPr>
        <p:spPr>
          <a:xfrm>
            <a:off x="7054850" y="-1653540"/>
            <a:ext cx="6708140" cy="670814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792" h="9792">
                <a:moveTo>
                  <a:pt x="4896" y="1344"/>
                </a:moveTo>
                <a:cubicBezTo>
                  <a:pt x="2934" y="1344"/>
                  <a:pt x="1344" y="2934"/>
                  <a:pt x="1344" y="4896"/>
                </a:cubicBezTo>
                <a:cubicBezTo>
                  <a:pt x="1344" y="6858"/>
                  <a:pt x="2934" y="8448"/>
                  <a:pt x="4896" y="8448"/>
                </a:cubicBezTo>
                <a:cubicBezTo>
                  <a:pt x="6858" y="8448"/>
                  <a:pt x="8448" y="6858"/>
                  <a:pt x="8448" y="4896"/>
                </a:cubicBezTo>
                <a:cubicBezTo>
                  <a:pt x="8448" y="2934"/>
                  <a:pt x="6858" y="1344"/>
                  <a:pt x="4896" y="1344"/>
                </a:cubicBezTo>
                <a:close/>
                <a:moveTo>
                  <a:pt x="4896" y="0"/>
                </a:moveTo>
                <a:cubicBezTo>
                  <a:pt x="7600" y="0"/>
                  <a:pt x="9792" y="2192"/>
                  <a:pt x="9792" y="4896"/>
                </a:cubicBezTo>
                <a:cubicBezTo>
                  <a:pt x="9792" y="7600"/>
                  <a:pt x="7600" y="9792"/>
                  <a:pt x="4896" y="9792"/>
                </a:cubicBezTo>
                <a:cubicBezTo>
                  <a:pt x="2192" y="9792"/>
                  <a:pt x="0" y="7600"/>
                  <a:pt x="0" y="4896"/>
                </a:cubicBezTo>
                <a:cubicBezTo>
                  <a:pt x="0" y="2192"/>
                  <a:pt x="2192" y="0"/>
                  <a:pt x="4896" y="0"/>
                </a:cubicBezTo>
                <a:close/>
              </a:path>
            </a:pathLst>
          </a:custGeom>
          <a:solidFill>
            <a:srgbClr val="1F83FF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ru-RU" altLang="en-US"/>
          </a:p>
        </p:txBody>
      </p:sp>
      <p:pic>
        <p:nvPicPr>
          <p:cNvPr id="4" name="Picture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9430" y="151765"/>
            <a:ext cx="3533775" cy="2392045"/>
          </a:xfrm>
          <a:prstGeom prst="rect">
            <a:avLst/>
          </a:prstGeom>
        </p:spPr>
      </p:pic>
      <p:sp>
        <p:nvSpPr>
          <p:cNvPr id="8" name="Овал 7"/>
          <p:cNvSpPr/>
          <p:nvPr/>
        </p:nvSpPr>
        <p:spPr>
          <a:xfrm>
            <a:off x="6642735" y="-8089900"/>
            <a:ext cx="4403725" cy="4403725"/>
          </a:xfrm>
          <a:prstGeom prst="ellipse">
            <a:avLst/>
          </a:prstGeom>
          <a:solidFill>
            <a:srgbClr val="0025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83565" y="2882265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488180" y="2882265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8392795" y="2882265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897890" y="3567430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Жанр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1727835" y="3216910"/>
            <a:ext cx="872490" cy="175260"/>
            <a:chOff x="2718" y="5342"/>
            <a:chExt cx="1374" cy="276"/>
          </a:xfrm>
        </p:grpSpPr>
        <p:sp>
          <p:nvSpPr>
            <p:cNvPr id="19" name="Овал 18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0" name="Овал 19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1" name="Овал 20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sp>
        <p:nvSpPr>
          <p:cNvPr id="14" name="Текстовое поле 13"/>
          <p:cNvSpPr txBox="1"/>
          <p:nvPr/>
        </p:nvSpPr>
        <p:spPr>
          <a:xfrm>
            <a:off x="897890" y="4617720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3D </a:t>
            </a:r>
            <a:r>
              <a:rPr lang="ru-RU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г</a:t>
            </a:r>
            <a:r>
              <a:rPr lang="ru-RU" alt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оловоломка</a:t>
            </a:r>
            <a:endParaRPr lang="ru-RU" alt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802505" y="3567430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Слоган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4802505" y="4617720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4 комнаты 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4 испытания 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Твои навыки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8707120" y="3567430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Аудитория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8707120" y="4617720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8+, любители головоломок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grpSp>
        <p:nvGrpSpPr>
          <p:cNvPr id="23" name="Группа 22"/>
          <p:cNvGrpSpPr/>
          <p:nvPr/>
        </p:nvGrpSpPr>
        <p:grpSpPr>
          <a:xfrm>
            <a:off x="5660390" y="3216910"/>
            <a:ext cx="872490" cy="175260"/>
            <a:chOff x="2718" y="5342"/>
            <a:chExt cx="1374" cy="276"/>
          </a:xfrm>
        </p:grpSpPr>
        <p:sp>
          <p:nvSpPr>
            <p:cNvPr id="24" name="Овал 23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5" name="Овал 24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6" name="Овал 25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9591040" y="3221990"/>
            <a:ext cx="872490" cy="175260"/>
            <a:chOff x="2718" y="5342"/>
            <a:chExt cx="1374" cy="276"/>
          </a:xfrm>
        </p:grpSpPr>
        <p:sp>
          <p:nvSpPr>
            <p:cNvPr id="28" name="Овал 27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9" name="Овал 28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30" name="Овал 29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-1419860" y="-4086860"/>
            <a:ext cx="15032355" cy="15032355"/>
          </a:xfrm>
          <a:prstGeom prst="ellipse">
            <a:avLst/>
          </a:prstGeom>
          <a:solidFill>
            <a:srgbClr val="7A31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2" name="Полилиния 31"/>
          <p:cNvSpPr/>
          <p:nvPr/>
        </p:nvSpPr>
        <p:spPr>
          <a:xfrm>
            <a:off x="583565" y="411480"/>
            <a:ext cx="2470785" cy="247078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792" h="9792">
                <a:moveTo>
                  <a:pt x="4896" y="1344"/>
                </a:moveTo>
                <a:cubicBezTo>
                  <a:pt x="2934" y="1344"/>
                  <a:pt x="1344" y="2934"/>
                  <a:pt x="1344" y="4896"/>
                </a:cubicBezTo>
                <a:cubicBezTo>
                  <a:pt x="1344" y="6858"/>
                  <a:pt x="2934" y="8448"/>
                  <a:pt x="4896" y="8448"/>
                </a:cubicBezTo>
                <a:cubicBezTo>
                  <a:pt x="6858" y="8448"/>
                  <a:pt x="8448" y="6858"/>
                  <a:pt x="8448" y="4896"/>
                </a:cubicBezTo>
                <a:cubicBezTo>
                  <a:pt x="8448" y="2934"/>
                  <a:pt x="6858" y="1344"/>
                  <a:pt x="4896" y="1344"/>
                </a:cubicBezTo>
                <a:close/>
                <a:moveTo>
                  <a:pt x="4896" y="0"/>
                </a:moveTo>
                <a:cubicBezTo>
                  <a:pt x="7600" y="0"/>
                  <a:pt x="9792" y="2192"/>
                  <a:pt x="9792" y="4896"/>
                </a:cubicBezTo>
                <a:cubicBezTo>
                  <a:pt x="9792" y="7600"/>
                  <a:pt x="7600" y="9792"/>
                  <a:pt x="4896" y="9792"/>
                </a:cubicBezTo>
                <a:cubicBezTo>
                  <a:pt x="2192" y="9792"/>
                  <a:pt x="0" y="7600"/>
                  <a:pt x="0" y="4896"/>
                </a:cubicBezTo>
                <a:cubicBezTo>
                  <a:pt x="0" y="2192"/>
                  <a:pt x="2192" y="0"/>
                  <a:pt x="4896" y="0"/>
                </a:cubicBezTo>
                <a:close/>
              </a:path>
            </a:pathLst>
          </a:custGeom>
          <a:solidFill>
            <a:srgbClr val="3153FF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ru-RU" altLang="en-US"/>
          </a:p>
        </p:txBody>
      </p:sp>
      <p:sp>
        <p:nvSpPr>
          <p:cNvPr id="31" name="Полилиния 30"/>
          <p:cNvSpPr/>
          <p:nvPr/>
        </p:nvSpPr>
        <p:spPr>
          <a:xfrm>
            <a:off x="4329430" y="-3787140"/>
            <a:ext cx="6708140" cy="670814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792" h="9792">
                <a:moveTo>
                  <a:pt x="4896" y="1344"/>
                </a:moveTo>
                <a:cubicBezTo>
                  <a:pt x="2934" y="1344"/>
                  <a:pt x="1344" y="2934"/>
                  <a:pt x="1344" y="4896"/>
                </a:cubicBezTo>
                <a:cubicBezTo>
                  <a:pt x="1344" y="6858"/>
                  <a:pt x="2934" y="8448"/>
                  <a:pt x="4896" y="8448"/>
                </a:cubicBezTo>
                <a:cubicBezTo>
                  <a:pt x="6858" y="8448"/>
                  <a:pt x="8448" y="6858"/>
                  <a:pt x="8448" y="4896"/>
                </a:cubicBezTo>
                <a:cubicBezTo>
                  <a:pt x="8448" y="2934"/>
                  <a:pt x="6858" y="1344"/>
                  <a:pt x="4896" y="1344"/>
                </a:cubicBezTo>
                <a:close/>
                <a:moveTo>
                  <a:pt x="4896" y="0"/>
                </a:moveTo>
                <a:cubicBezTo>
                  <a:pt x="7600" y="0"/>
                  <a:pt x="9792" y="2192"/>
                  <a:pt x="9792" y="4896"/>
                </a:cubicBezTo>
                <a:cubicBezTo>
                  <a:pt x="9792" y="7600"/>
                  <a:pt x="7600" y="9792"/>
                  <a:pt x="4896" y="9792"/>
                </a:cubicBezTo>
                <a:cubicBezTo>
                  <a:pt x="2192" y="9792"/>
                  <a:pt x="0" y="7600"/>
                  <a:pt x="0" y="4896"/>
                </a:cubicBezTo>
                <a:cubicBezTo>
                  <a:pt x="0" y="2192"/>
                  <a:pt x="2192" y="0"/>
                  <a:pt x="4896" y="0"/>
                </a:cubicBezTo>
                <a:close/>
              </a:path>
            </a:pathLst>
          </a:custGeom>
          <a:solidFill>
            <a:srgbClr val="1F83FF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ru-RU" altLang="en-US"/>
          </a:p>
        </p:txBody>
      </p:sp>
      <p:pic>
        <p:nvPicPr>
          <p:cNvPr id="4" name="Picture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78015" y="0"/>
            <a:ext cx="3533775" cy="2392045"/>
          </a:xfrm>
          <a:prstGeom prst="rect">
            <a:avLst/>
          </a:prstGeom>
        </p:spPr>
      </p:pic>
      <p:sp>
        <p:nvSpPr>
          <p:cNvPr id="9" name="Скругленный прямоугольник 8"/>
          <p:cNvSpPr/>
          <p:nvPr/>
        </p:nvSpPr>
        <p:spPr>
          <a:xfrm>
            <a:off x="0" y="-16440150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859530" y="-12192635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8078470" y="-7876540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314325" y="-15754985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Жанр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1144270" y="-16105505"/>
            <a:ext cx="872490" cy="175260"/>
            <a:chOff x="2718" y="5342"/>
            <a:chExt cx="1374" cy="276"/>
          </a:xfrm>
        </p:grpSpPr>
        <p:sp>
          <p:nvSpPr>
            <p:cNvPr id="19" name="Овал 18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0" name="Овал 19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1" name="Овал 20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sp>
        <p:nvSpPr>
          <p:cNvPr id="14" name="Текстовое поле 13"/>
          <p:cNvSpPr txBox="1"/>
          <p:nvPr/>
        </p:nvSpPr>
        <p:spPr>
          <a:xfrm>
            <a:off x="314325" y="-14704695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3D </a:t>
            </a:r>
            <a:r>
              <a:rPr lang="ru-RU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г</a:t>
            </a:r>
            <a:r>
              <a:rPr lang="ru-RU" alt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оловоломка</a:t>
            </a:r>
            <a:endParaRPr lang="ru-RU" alt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173855" y="-11507470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Слоган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4173855" y="-10457180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4 комнаты 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4 испытания 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Твои навыки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8392795" y="-7191375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Аудитория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8392795" y="-6141085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8+, любители головоломок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grpSp>
        <p:nvGrpSpPr>
          <p:cNvPr id="23" name="Группа 22"/>
          <p:cNvGrpSpPr/>
          <p:nvPr/>
        </p:nvGrpSpPr>
        <p:grpSpPr>
          <a:xfrm>
            <a:off x="5031740" y="-11857990"/>
            <a:ext cx="872490" cy="175260"/>
            <a:chOff x="2718" y="5342"/>
            <a:chExt cx="1374" cy="276"/>
          </a:xfrm>
        </p:grpSpPr>
        <p:sp>
          <p:nvSpPr>
            <p:cNvPr id="24" name="Овал 23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5" name="Овал 24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6" name="Овал 25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9276715" y="-7536815"/>
            <a:ext cx="872490" cy="175260"/>
            <a:chOff x="2718" y="5342"/>
            <a:chExt cx="1374" cy="276"/>
          </a:xfrm>
        </p:grpSpPr>
        <p:sp>
          <p:nvSpPr>
            <p:cNvPr id="28" name="Овал 27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9" name="Овал 28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30" name="Овал 29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rcRect l="9" t="14"/>
          <a:stretch>
            <a:fillRect/>
          </a:stretch>
        </p:blipFill>
        <p:spPr>
          <a:xfrm>
            <a:off x="4730115" y="1007745"/>
            <a:ext cx="7293610" cy="45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86" h="7104">
                <a:moveTo>
                  <a:pt x="443" y="0"/>
                </a:moveTo>
                <a:lnTo>
                  <a:pt x="11044" y="0"/>
                </a:lnTo>
                <a:cubicBezTo>
                  <a:pt x="11273" y="0"/>
                  <a:pt x="11462" y="174"/>
                  <a:pt x="11485" y="398"/>
                </a:cubicBezTo>
                <a:lnTo>
                  <a:pt x="11486" y="415"/>
                </a:lnTo>
                <a:lnTo>
                  <a:pt x="11486" y="6689"/>
                </a:lnTo>
                <a:lnTo>
                  <a:pt x="11485" y="6706"/>
                </a:lnTo>
                <a:cubicBezTo>
                  <a:pt x="11462" y="6930"/>
                  <a:pt x="11273" y="7104"/>
                  <a:pt x="11044" y="7104"/>
                </a:cubicBezTo>
                <a:lnTo>
                  <a:pt x="443" y="7104"/>
                </a:lnTo>
                <a:cubicBezTo>
                  <a:pt x="198" y="7104"/>
                  <a:pt x="0" y="6906"/>
                  <a:pt x="0" y="6661"/>
                </a:cubicBezTo>
                <a:lnTo>
                  <a:pt x="0" y="443"/>
                </a:lnTo>
                <a:cubicBezTo>
                  <a:pt x="0" y="198"/>
                  <a:pt x="198" y="0"/>
                  <a:pt x="443" y="0"/>
                </a:cubicBezTo>
                <a:close/>
              </a:path>
            </a:pathLst>
          </a:custGeom>
          <a:effectLst>
            <a:outerShdw blurRad="444500" sx="101000" sy="101000" algn="ctr" rotWithShape="0">
              <a:prstClr val="black">
                <a:alpha val="40000"/>
              </a:prstClr>
            </a:outerShdw>
          </a:effectLst>
        </p:spPr>
      </p:pic>
      <p:sp>
        <p:nvSpPr>
          <p:cNvPr id="33" name="Овал 32"/>
          <p:cNvSpPr/>
          <p:nvPr/>
        </p:nvSpPr>
        <p:spPr>
          <a:xfrm>
            <a:off x="314325" y="1115060"/>
            <a:ext cx="4247515" cy="42475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4" name="Текстовое поле 33"/>
          <p:cNvSpPr txBox="1"/>
          <p:nvPr/>
        </p:nvSpPr>
        <p:spPr>
          <a:xfrm>
            <a:off x="753110" y="1972945"/>
            <a:ext cx="3343275" cy="61150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rgbClr val="7A31FF"/>
                </a:solidFill>
                <a:latin typeface="Franklin Gothic Heavy" panose="020B0903020102020204" charset="0"/>
                <a:cs typeface="Franklin Gothic Heavy" panose="020B0903020102020204" charset="0"/>
              </a:rPr>
              <a:t>Водная комната</a:t>
            </a:r>
            <a:endParaRPr lang="ru-RU" altLang="en-US" sz="2800">
              <a:solidFill>
                <a:srgbClr val="7A31FF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35" name="Текстовое поле 34"/>
          <p:cNvSpPr txBox="1"/>
          <p:nvPr/>
        </p:nvSpPr>
        <p:spPr>
          <a:xfrm>
            <a:off x="520065" y="2882265"/>
            <a:ext cx="3809365" cy="16141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Необходимо пройти от одной платформы до другой по ящикам, не упав в воду</a:t>
            </a:r>
            <a:endParaRPr lang="ru-RU" altLang="en-US" sz="2000">
              <a:solidFill>
                <a:schemeClr val="tx1">
                  <a:lumMod val="95000"/>
                  <a:lumOff val="5000"/>
                </a:schemeClr>
              </a:solidFill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-1419860" y="-4086860"/>
            <a:ext cx="15032355" cy="15032355"/>
          </a:xfrm>
          <a:prstGeom prst="ellipse">
            <a:avLst/>
          </a:prstGeom>
          <a:solidFill>
            <a:srgbClr val="7A31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2" name="Полилиния 31"/>
          <p:cNvSpPr/>
          <p:nvPr/>
        </p:nvSpPr>
        <p:spPr>
          <a:xfrm>
            <a:off x="583565" y="411480"/>
            <a:ext cx="2470785" cy="247078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792" h="9792">
                <a:moveTo>
                  <a:pt x="4896" y="1344"/>
                </a:moveTo>
                <a:cubicBezTo>
                  <a:pt x="2934" y="1344"/>
                  <a:pt x="1344" y="2934"/>
                  <a:pt x="1344" y="4896"/>
                </a:cubicBezTo>
                <a:cubicBezTo>
                  <a:pt x="1344" y="6858"/>
                  <a:pt x="2934" y="8448"/>
                  <a:pt x="4896" y="8448"/>
                </a:cubicBezTo>
                <a:cubicBezTo>
                  <a:pt x="6858" y="8448"/>
                  <a:pt x="8448" y="6858"/>
                  <a:pt x="8448" y="4896"/>
                </a:cubicBezTo>
                <a:cubicBezTo>
                  <a:pt x="8448" y="2934"/>
                  <a:pt x="6858" y="1344"/>
                  <a:pt x="4896" y="1344"/>
                </a:cubicBezTo>
                <a:close/>
                <a:moveTo>
                  <a:pt x="4896" y="0"/>
                </a:moveTo>
                <a:cubicBezTo>
                  <a:pt x="7600" y="0"/>
                  <a:pt x="9792" y="2192"/>
                  <a:pt x="9792" y="4896"/>
                </a:cubicBezTo>
                <a:cubicBezTo>
                  <a:pt x="9792" y="7600"/>
                  <a:pt x="7600" y="9792"/>
                  <a:pt x="4896" y="9792"/>
                </a:cubicBezTo>
                <a:cubicBezTo>
                  <a:pt x="2192" y="9792"/>
                  <a:pt x="0" y="7600"/>
                  <a:pt x="0" y="4896"/>
                </a:cubicBezTo>
                <a:cubicBezTo>
                  <a:pt x="0" y="2192"/>
                  <a:pt x="2192" y="0"/>
                  <a:pt x="4896" y="0"/>
                </a:cubicBezTo>
                <a:close/>
              </a:path>
            </a:pathLst>
          </a:custGeom>
          <a:solidFill>
            <a:srgbClr val="3153FF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ru-RU" altLang="en-US"/>
          </a:p>
        </p:txBody>
      </p:sp>
      <p:sp>
        <p:nvSpPr>
          <p:cNvPr id="31" name="Полилиния 30"/>
          <p:cNvSpPr/>
          <p:nvPr/>
        </p:nvSpPr>
        <p:spPr>
          <a:xfrm>
            <a:off x="4329430" y="-3787140"/>
            <a:ext cx="6708140" cy="670814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792" h="9792">
                <a:moveTo>
                  <a:pt x="4896" y="1344"/>
                </a:moveTo>
                <a:cubicBezTo>
                  <a:pt x="2934" y="1344"/>
                  <a:pt x="1344" y="2934"/>
                  <a:pt x="1344" y="4896"/>
                </a:cubicBezTo>
                <a:cubicBezTo>
                  <a:pt x="1344" y="6858"/>
                  <a:pt x="2934" y="8448"/>
                  <a:pt x="4896" y="8448"/>
                </a:cubicBezTo>
                <a:cubicBezTo>
                  <a:pt x="6858" y="8448"/>
                  <a:pt x="8448" y="6858"/>
                  <a:pt x="8448" y="4896"/>
                </a:cubicBezTo>
                <a:cubicBezTo>
                  <a:pt x="8448" y="2934"/>
                  <a:pt x="6858" y="1344"/>
                  <a:pt x="4896" y="1344"/>
                </a:cubicBezTo>
                <a:close/>
                <a:moveTo>
                  <a:pt x="4896" y="0"/>
                </a:moveTo>
                <a:cubicBezTo>
                  <a:pt x="7600" y="0"/>
                  <a:pt x="9792" y="2192"/>
                  <a:pt x="9792" y="4896"/>
                </a:cubicBezTo>
                <a:cubicBezTo>
                  <a:pt x="9792" y="7600"/>
                  <a:pt x="7600" y="9792"/>
                  <a:pt x="4896" y="9792"/>
                </a:cubicBezTo>
                <a:cubicBezTo>
                  <a:pt x="2192" y="9792"/>
                  <a:pt x="0" y="7600"/>
                  <a:pt x="0" y="4896"/>
                </a:cubicBezTo>
                <a:cubicBezTo>
                  <a:pt x="0" y="2192"/>
                  <a:pt x="2192" y="0"/>
                  <a:pt x="4896" y="0"/>
                </a:cubicBezTo>
                <a:close/>
              </a:path>
            </a:pathLst>
          </a:custGeom>
          <a:solidFill>
            <a:srgbClr val="1F83FF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ru-RU" altLang="en-US"/>
          </a:p>
        </p:txBody>
      </p:sp>
      <p:pic>
        <p:nvPicPr>
          <p:cNvPr id="4" name="Picture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78015" y="0"/>
            <a:ext cx="3533775" cy="2392045"/>
          </a:xfrm>
          <a:prstGeom prst="rect">
            <a:avLst/>
          </a:prstGeom>
        </p:spPr>
      </p:pic>
      <p:sp>
        <p:nvSpPr>
          <p:cNvPr id="9" name="Скругленный прямоугольник 8"/>
          <p:cNvSpPr/>
          <p:nvPr/>
        </p:nvSpPr>
        <p:spPr>
          <a:xfrm>
            <a:off x="0" y="-16440150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859530" y="-12192635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8078470" y="-7876540"/>
            <a:ext cx="3215005" cy="4475480"/>
          </a:xfrm>
          <a:prstGeom prst="roundRect">
            <a:avLst/>
          </a:prstGeom>
          <a:solidFill>
            <a:srgbClr val="C3C6FF"/>
          </a:solidFill>
          <a:ln>
            <a:noFill/>
          </a:ln>
          <a:effectLst>
            <a:outerShdw blurRad="4445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314325" y="-15754985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Жанр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1144270" y="-16105505"/>
            <a:ext cx="872490" cy="175260"/>
            <a:chOff x="2718" y="5342"/>
            <a:chExt cx="1374" cy="276"/>
          </a:xfrm>
        </p:grpSpPr>
        <p:sp>
          <p:nvSpPr>
            <p:cNvPr id="19" name="Овал 18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0" name="Овал 19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1" name="Овал 20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sp>
        <p:nvSpPr>
          <p:cNvPr id="14" name="Текстовое поле 13"/>
          <p:cNvSpPr txBox="1"/>
          <p:nvPr/>
        </p:nvSpPr>
        <p:spPr>
          <a:xfrm>
            <a:off x="314325" y="-14704695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3D </a:t>
            </a:r>
            <a:r>
              <a:rPr lang="ru-RU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г</a:t>
            </a:r>
            <a:r>
              <a:rPr lang="ru-RU" alt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оловоломка</a:t>
            </a:r>
            <a:endParaRPr lang="ru-RU" alt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173855" y="-11507470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Слоган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4173855" y="-10457180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4 комнаты 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4 испытания 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Твои навыки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8392795" y="-7191375"/>
            <a:ext cx="2586355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Аудитория</a:t>
            </a:r>
            <a:endParaRPr lang="ru-RU" altLang="en-US" sz="280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8392795" y="-6141085"/>
            <a:ext cx="2586355" cy="12103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8+, любители головоломок</a:t>
            </a:r>
            <a:endParaRPr lang="ru-RU" sz="2400">
              <a:solidFill>
                <a:schemeClr val="tx1">
                  <a:lumMod val="95000"/>
                  <a:lumOff val="5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grpSp>
        <p:nvGrpSpPr>
          <p:cNvPr id="23" name="Группа 22"/>
          <p:cNvGrpSpPr/>
          <p:nvPr/>
        </p:nvGrpSpPr>
        <p:grpSpPr>
          <a:xfrm>
            <a:off x="5031740" y="-11857990"/>
            <a:ext cx="872490" cy="175260"/>
            <a:chOff x="2718" y="5342"/>
            <a:chExt cx="1374" cy="276"/>
          </a:xfrm>
        </p:grpSpPr>
        <p:sp>
          <p:nvSpPr>
            <p:cNvPr id="24" name="Овал 23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5" name="Овал 24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6" name="Овал 25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9276715" y="-7536815"/>
            <a:ext cx="872490" cy="175260"/>
            <a:chOff x="2718" y="5342"/>
            <a:chExt cx="1374" cy="276"/>
          </a:xfrm>
        </p:grpSpPr>
        <p:sp>
          <p:nvSpPr>
            <p:cNvPr id="28" name="Овал 27"/>
            <p:cNvSpPr/>
            <p:nvPr/>
          </p:nvSpPr>
          <p:spPr>
            <a:xfrm>
              <a:off x="3267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9" name="Овал 28"/>
            <p:cNvSpPr/>
            <p:nvPr/>
          </p:nvSpPr>
          <p:spPr>
            <a:xfrm>
              <a:off x="2718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30" name="Овал 29"/>
            <p:cNvSpPr/>
            <p:nvPr/>
          </p:nvSpPr>
          <p:spPr>
            <a:xfrm>
              <a:off x="3816" y="5342"/>
              <a:ext cx="276" cy="276"/>
            </a:xfrm>
            <a:prstGeom prst="ellipse">
              <a:avLst/>
            </a:prstGeom>
            <a:solidFill>
              <a:srgbClr val="0025C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rcRect l="9" t="14"/>
          <a:stretch>
            <a:fillRect/>
          </a:stretch>
        </p:blipFill>
        <p:spPr>
          <a:xfrm>
            <a:off x="4730115" y="1007745"/>
            <a:ext cx="7293610" cy="45110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86" h="7104">
                <a:moveTo>
                  <a:pt x="443" y="0"/>
                </a:moveTo>
                <a:lnTo>
                  <a:pt x="11044" y="0"/>
                </a:lnTo>
                <a:cubicBezTo>
                  <a:pt x="11273" y="0"/>
                  <a:pt x="11462" y="174"/>
                  <a:pt x="11485" y="398"/>
                </a:cubicBezTo>
                <a:lnTo>
                  <a:pt x="11486" y="415"/>
                </a:lnTo>
                <a:lnTo>
                  <a:pt x="11486" y="6689"/>
                </a:lnTo>
                <a:lnTo>
                  <a:pt x="11485" y="6706"/>
                </a:lnTo>
                <a:cubicBezTo>
                  <a:pt x="11462" y="6930"/>
                  <a:pt x="11273" y="7104"/>
                  <a:pt x="11044" y="7104"/>
                </a:cubicBezTo>
                <a:lnTo>
                  <a:pt x="443" y="7104"/>
                </a:lnTo>
                <a:cubicBezTo>
                  <a:pt x="198" y="7104"/>
                  <a:pt x="0" y="6906"/>
                  <a:pt x="0" y="6661"/>
                </a:cubicBezTo>
                <a:lnTo>
                  <a:pt x="0" y="443"/>
                </a:lnTo>
                <a:cubicBezTo>
                  <a:pt x="0" y="198"/>
                  <a:pt x="198" y="0"/>
                  <a:pt x="443" y="0"/>
                </a:cubicBezTo>
                <a:close/>
              </a:path>
            </a:pathLst>
          </a:custGeom>
          <a:effectLst>
            <a:outerShdw blurRad="444500" sx="101000" sy="101000" algn="ctr" rotWithShape="0">
              <a:prstClr val="black">
                <a:alpha val="40000"/>
              </a:prstClr>
            </a:outerShdw>
          </a:effectLst>
        </p:spPr>
      </p:pic>
      <p:sp>
        <p:nvSpPr>
          <p:cNvPr id="33" name="Овал 32"/>
          <p:cNvSpPr/>
          <p:nvPr/>
        </p:nvSpPr>
        <p:spPr>
          <a:xfrm>
            <a:off x="-3841115" y="-4086860"/>
            <a:ext cx="3001010" cy="3001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4" name="Текстовое поле 33"/>
          <p:cNvSpPr txBox="1"/>
          <p:nvPr/>
        </p:nvSpPr>
        <p:spPr>
          <a:xfrm>
            <a:off x="-3465195" y="-3242310"/>
            <a:ext cx="2364105" cy="4324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2000">
                <a:solidFill>
                  <a:srgbClr val="7A31FF"/>
                </a:solidFill>
                <a:latin typeface="Franklin Gothic Heavy" panose="020B0903020102020204" charset="0"/>
                <a:cs typeface="Franklin Gothic Heavy" panose="020B0903020102020204" charset="0"/>
              </a:rPr>
              <a:t>Водная комната</a:t>
            </a:r>
            <a:endParaRPr lang="ru-RU" altLang="en-US" sz="2000">
              <a:solidFill>
                <a:srgbClr val="7A31FF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35" name="Текстовое поле 34"/>
          <p:cNvSpPr txBox="1"/>
          <p:nvPr/>
        </p:nvSpPr>
        <p:spPr>
          <a:xfrm>
            <a:off x="-3635375" y="-2809875"/>
            <a:ext cx="2691130" cy="11404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ru-RU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Необходимо пройти от одной платформы до другой по ящикам, не упав в воду</a:t>
            </a:r>
            <a:endParaRPr lang="ru-RU" altLang="en-US" sz="1600">
              <a:solidFill>
                <a:schemeClr val="tx1">
                  <a:lumMod val="95000"/>
                  <a:lumOff val="5000"/>
                </a:schemeClr>
              </a:solidFill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WPS Presentation</Application>
  <PresentationFormat>宽屏</PresentationFormat>
  <Paragraphs>76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Franklin Gothic Demi</vt:lpstr>
      <vt:lpstr>Franklin Gothic Book</vt:lpstr>
      <vt:lpstr>Franklin Gothic Heavy</vt:lpstr>
      <vt:lpstr>Franklin Gothic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kolot</dc:creator>
  <cp:lastModifiedBy>kolot</cp:lastModifiedBy>
  <cp:revision>18</cp:revision>
  <dcterms:created xsi:type="dcterms:W3CDTF">2025-07-23T00:59:00Z</dcterms:created>
  <dcterms:modified xsi:type="dcterms:W3CDTF">2026-04-23T17:40:36Z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1049-12.1.0.25242</vt:lpwstr>
  </property>
  <property fmtid="{D5CDD505-2E9C-101B-9397-08002B2CF9AE}" pid="3" name="ICV">
    <vt:lpwstr>4078B1CB3B104336A78E16C9B3C9B2C4_13</vt:lpwstr>
  </property>
</Properties>
</file>