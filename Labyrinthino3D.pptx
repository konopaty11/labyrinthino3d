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9" r:id="rId5"/>
    <p:sldId id="263" r:id="rId6"/>
    <p:sldId id="264" r:id="rId7"/>
    <p:sldId id="257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B6"/>
    <a:srgbClr val="315DFF"/>
    <a:srgbClr val="3F31FF"/>
    <a:srgbClr val="318DFF"/>
    <a:srgbClr val="77B4FF"/>
    <a:srgbClr val="E1EEFF"/>
    <a:srgbClr val="FFFCE1"/>
    <a:srgbClr val="FFF6B9"/>
    <a:srgbClr val="F6FFCF"/>
    <a:srgbClr val="CFD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7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Овал 12"/>
          <p:cNvSpPr/>
          <p:nvPr/>
        </p:nvSpPr>
        <p:spPr>
          <a:xfrm rot="20940000">
            <a:off x="11662410" y="1649095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3" name="Овал 2"/>
          <p:cNvSpPr/>
          <p:nvPr/>
        </p:nvSpPr>
        <p:spPr>
          <a:xfrm rot="20940000">
            <a:off x="10934065" y="975360"/>
            <a:ext cx="1022985" cy="1022985"/>
          </a:xfrm>
          <a:prstGeom prst="ellipse">
            <a:avLst/>
          </a:prstGeom>
          <a:solidFill>
            <a:srgbClr val="0016A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64845" y="4201160"/>
            <a:ext cx="10962640" cy="3141345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2766695" y="4652010"/>
            <a:ext cx="680656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2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Конкурсант: Колотилин Артём</a:t>
            </a:r>
            <a:br>
              <a:rPr lang="ru-RU" altLang="en-US" sz="32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</a:br>
            <a:endParaRPr lang="ru-RU" altLang="en-US" sz="32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3098165" y="572833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ru-RU" altLang="en-US" sz="3200">
                <a:solidFill>
                  <a:srgbClr val="77B4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Оренбург</a:t>
            </a:r>
            <a:endParaRPr lang="ru-RU" altLang="en-US" sz="3200">
              <a:solidFill>
                <a:srgbClr val="77B4FF"/>
              </a:solidFill>
              <a:latin typeface="Bahnschrift" panose="020B0502040204020203" charset="0"/>
              <a:cs typeface="Bahnschrift" panose="020B0502040204020203" charset="0"/>
              <a:sym typeface="+mn-ea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 rot="20940000">
            <a:off x="10934700" y="1195070"/>
            <a:ext cx="10217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200">
                <a:solidFill>
                  <a:schemeClr val="bg1"/>
                </a:solidFill>
                <a:latin typeface="Franklin Gothic Heavy" panose="020B0903020102020204" charset="0"/>
                <a:cs typeface="Franklin Gothic Heavy" panose="020B0903020102020204" charset="0"/>
              </a:rPr>
              <a:t>3</a:t>
            </a:r>
            <a:r>
              <a:rPr lang="en-US" altLang="en-US" sz="3200">
                <a:solidFill>
                  <a:schemeClr val="bg1"/>
                </a:solidFill>
                <a:latin typeface="Franklin Gothic Heavy" panose="020B0903020102020204" charset="0"/>
                <a:cs typeface="Franklin Gothic Heavy" panose="020B0903020102020204" charset="0"/>
              </a:rPr>
              <a:t>D</a:t>
            </a:r>
            <a:endParaRPr lang="en-US" altLang="en-US" sz="3200">
              <a:solidFill>
                <a:schemeClr val="bg1"/>
              </a:solidFill>
              <a:latin typeface="Franklin Gothic Heavy" panose="020B0903020102020204" charset="0"/>
              <a:cs typeface="Franklin Gothic Heavy" panose="020B0903020102020204" charset="0"/>
            </a:endParaRPr>
          </a:p>
        </p:txBody>
      </p:sp>
      <p:sp>
        <p:nvSpPr>
          <p:cNvPr id="12" name="Овал 11"/>
          <p:cNvSpPr/>
          <p:nvPr/>
        </p:nvSpPr>
        <p:spPr>
          <a:xfrm rot="20940000">
            <a:off x="1767205" y="922020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4" name="Овал 13"/>
          <p:cNvSpPr/>
          <p:nvPr/>
        </p:nvSpPr>
        <p:spPr>
          <a:xfrm rot="20940000">
            <a:off x="1400810" y="3078480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5" name="Овал 14"/>
          <p:cNvSpPr/>
          <p:nvPr/>
        </p:nvSpPr>
        <p:spPr>
          <a:xfrm rot="20940000">
            <a:off x="8732520" y="3592195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-6720205" y="1360170"/>
            <a:ext cx="3754755" cy="4954905"/>
          </a:xfrm>
          <a:prstGeom prst="roundRect">
            <a:avLst/>
          </a:prstGeom>
          <a:solidFill>
            <a:srgbClr val="4040B2">
              <a:alpha val="67000"/>
            </a:srgbClr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-5952490" y="3607435"/>
            <a:ext cx="28441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24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Жанр и аудитория</a:t>
            </a:r>
            <a:endParaRPr lang="ru-RU" altLang="en-US" sz="24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-5952490" y="4862195"/>
            <a:ext cx="2844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Основные механики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10" name="Изображение 9" descr="image 5-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8965" y="1309370"/>
            <a:ext cx="2787650" cy="2758440"/>
          </a:xfrm>
          <a:prstGeom prst="rect">
            <a:avLst/>
          </a:prstGeom>
        </p:spPr>
      </p:pic>
      <p:sp>
        <p:nvSpPr>
          <p:cNvPr id="16" name="Скругленный прямоугольник 15"/>
          <p:cNvSpPr/>
          <p:nvPr/>
        </p:nvSpPr>
        <p:spPr>
          <a:xfrm>
            <a:off x="3401695" y="8287385"/>
            <a:ext cx="5565775" cy="1257300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Текстовое поле 17"/>
          <p:cNvSpPr txBox="1"/>
          <p:nvPr/>
        </p:nvSpPr>
        <p:spPr>
          <a:xfrm>
            <a:off x="3575050" y="8368665"/>
            <a:ext cx="5201920" cy="10426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>
              <a:lnSpc>
                <a:spcPct val="100000"/>
              </a:lnSpc>
            </a:pPr>
            <a:r>
              <a:rPr lang="en-US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Жанр</a:t>
            </a:r>
            <a:r>
              <a:rPr lang="en-US" altLang="ru-RU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 </a:t>
            </a:r>
            <a:r>
              <a:rPr lang="en-US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игры</a:t>
            </a:r>
            <a:endParaRPr lang="en-US" altLang="ru-RU" sz="2400">
              <a:solidFill>
                <a:srgbClr val="9FE5FF"/>
              </a:solidFill>
              <a:latin typeface="Bahnschrift" panose="020B0502040204020203" charset="0"/>
              <a:cs typeface="Bahnschrift" panose="020B0502040204020203" charset="0"/>
            </a:endParaRPr>
          </a:p>
          <a:p>
            <a:pPr algn="ctr">
              <a:lnSpc>
                <a:spcPct val="100000"/>
              </a:lnSpc>
            </a:pP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3D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головоломка</a:t>
            </a:r>
            <a:endParaRPr lang="ru-RU" altLang="en-US" sz="28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3468370" y="17172305"/>
            <a:ext cx="5565775" cy="1257300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2" name="Текстовое поле 21"/>
          <p:cNvSpPr txBox="1"/>
          <p:nvPr/>
        </p:nvSpPr>
        <p:spPr>
          <a:xfrm>
            <a:off x="3641725" y="17253585"/>
            <a:ext cx="5201920" cy="10426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>
              <a:lnSpc>
                <a:spcPct val="100000"/>
              </a:lnSpc>
            </a:pPr>
            <a:r>
              <a:rPr lang="ru-RU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Аудитория</a:t>
            </a:r>
            <a:endParaRPr lang="en-US" altLang="ru-RU" sz="2400">
              <a:solidFill>
                <a:srgbClr val="9FE5FF"/>
              </a:solidFill>
              <a:latin typeface="Bahnschrift" panose="020B0502040204020203" charset="0"/>
              <a:cs typeface="Bahnschrift" panose="020B0502040204020203" charset="0"/>
            </a:endParaRPr>
          </a:p>
          <a:p>
            <a:pPr algn="ctr">
              <a:lnSpc>
                <a:spcPct val="100000"/>
              </a:lnSpc>
            </a:pPr>
            <a:r>
              <a:rPr lang="ru-RU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Л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юбители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логических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игр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.</a:t>
            </a:r>
            <a:endParaRPr lang="ru-RU" altLang="en-US" sz="28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7" name="Овал 16"/>
          <p:cNvSpPr/>
          <p:nvPr/>
        </p:nvSpPr>
        <p:spPr>
          <a:xfrm rot="180000">
            <a:off x="11285855" y="13203555"/>
            <a:ext cx="794385" cy="794385"/>
          </a:xfrm>
          <a:prstGeom prst="ellipse">
            <a:avLst/>
          </a:prstGeom>
          <a:solidFill>
            <a:srgbClr val="318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9" name="Текстовое поле 18"/>
          <p:cNvSpPr txBox="1"/>
          <p:nvPr/>
        </p:nvSpPr>
        <p:spPr>
          <a:xfrm rot="180000">
            <a:off x="11285220" y="13202920"/>
            <a:ext cx="794385" cy="79565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/>
            <a:r>
              <a:rPr lang="ru-RU" altLang="en-US" sz="2800">
                <a:solidFill>
                  <a:schemeClr val="bg1"/>
                </a:solidFill>
                <a:latin typeface="Bahnschrift" panose="020B0502040204020203" charset="0"/>
                <a:cs typeface="Bahnschrift" panose="020B0502040204020203" charset="0"/>
              </a:rPr>
              <a:t>8+</a:t>
            </a:r>
            <a:endParaRPr lang="ru-RU" altLang="en-US" sz="2800">
              <a:solidFill>
                <a:schemeClr val="bg1"/>
              </a:solidFill>
              <a:latin typeface="Bahnschrift" panose="020B0502040204020203" charset="0"/>
              <a:cs typeface="Bahnschrift" panose="020B0502040204020203" charset="0"/>
            </a:endParaRPr>
          </a:p>
        </p:txBody>
      </p:sp>
      <p:sp>
        <p:nvSpPr>
          <p:cNvPr id="23" name="Овал 22"/>
          <p:cNvSpPr/>
          <p:nvPr/>
        </p:nvSpPr>
        <p:spPr>
          <a:xfrm rot="180000">
            <a:off x="1366520" y="13191490"/>
            <a:ext cx="353695" cy="353695"/>
          </a:xfrm>
          <a:prstGeom prst="ellipse">
            <a:avLst/>
          </a:prstGeom>
          <a:solidFill>
            <a:srgbClr val="3F31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5" name="Овал 24"/>
          <p:cNvSpPr/>
          <p:nvPr/>
        </p:nvSpPr>
        <p:spPr>
          <a:xfrm rot="180000">
            <a:off x="8414385" y="9460865"/>
            <a:ext cx="353695" cy="353695"/>
          </a:xfrm>
          <a:prstGeom prst="ellipse">
            <a:avLst/>
          </a:prstGeom>
          <a:solidFill>
            <a:srgbClr val="3F31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pic>
        <p:nvPicPr>
          <p:cNvPr id="20" name="Изображение 19" descr="My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205" y="147955"/>
            <a:ext cx="3832225" cy="3832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Овал 12"/>
          <p:cNvSpPr/>
          <p:nvPr/>
        </p:nvSpPr>
        <p:spPr>
          <a:xfrm rot="20940000">
            <a:off x="12917170" y="-1504950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3" name="Овал 2"/>
          <p:cNvSpPr/>
          <p:nvPr/>
        </p:nvSpPr>
        <p:spPr>
          <a:xfrm rot="20940000">
            <a:off x="12188825" y="-2178685"/>
            <a:ext cx="1022985" cy="1022985"/>
          </a:xfrm>
          <a:prstGeom prst="ellipse">
            <a:avLst/>
          </a:prstGeom>
          <a:solidFill>
            <a:srgbClr val="0016A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64845" y="9042400"/>
            <a:ext cx="10962640" cy="734060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2903855" y="7654290"/>
            <a:ext cx="680656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2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Конкурсант: Колотилин Артём</a:t>
            </a:r>
            <a:br>
              <a:rPr lang="ru-RU" altLang="en-US" sz="32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</a:br>
            <a:endParaRPr lang="ru-RU" altLang="en-US" sz="32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3235325" y="873061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ru-RU" altLang="en-US" sz="32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479EFF"/>
                    </a:gs>
                  </a:gsLst>
                  <a:lin ang="5400000" scaled="0"/>
                </a:gradFill>
                <a:latin typeface="Franklin Gothic Book" panose="020B0503020102020204" charset="0"/>
                <a:cs typeface="Franklin Gothic Book" panose="020B0503020102020204" charset="0"/>
                <a:sym typeface="+mn-ea"/>
              </a:rPr>
              <a:t>Оренбург</a:t>
            </a:r>
            <a:endParaRPr lang="ru-RU" altLang="en-US" sz="3200" b="1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rgbClr val="479EFF"/>
                  </a:gs>
                </a:gsLst>
                <a:lin ang="5400000" scaled="0"/>
              </a:gradFill>
              <a:latin typeface="Franklin Gothic Book" panose="020B0503020102020204" charset="0"/>
              <a:cs typeface="Franklin Gothic Book" panose="020B0503020102020204" charset="0"/>
              <a:sym typeface="+mn-ea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 rot="20940000">
            <a:off x="12189460" y="-1958975"/>
            <a:ext cx="10217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200">
                <a:solidFill>
                  <a:schemeClr val="bg1"/>
                </a:solidFill>
                <a:latin typeface="Franklin Gothic Heavy" panose="020B0903020102020204" charset="0"/>
                <a:cs typeface="Franklin Gothic Heavy" panose="020B0903020102020204" charset="0"/>
              </a:rPr>
              <a:t>3</a:t>
            </a:r>
            <a:r>
              <a:rPr lang="en-US" altLang="en-US" sz="3200">
                <a:solidFill>
                  <a:schemeClr val="bg1"/>
                </a:solidFill>
                <a:latin typeface="Franklin Gothic Heavy" panose="020B0903020102020204" charset="0"/>
                <a:cs typeface="Franklin Gothic Heavy" panose="020B0903020102020204" charset="0"/>
              </a:rPr>
              <a:t>D</a:t>
            </a:r>
            <a:endParaRPr lang="en-US" altLang="en-US" sz="3200">
              <a:solidFill>
                <a:schemeClr val="bg1"/>
              </a:solidFill>
              <a:latin typeface="Franklin Gothic Heavy" panose="020B0903020102020204" charset="0"/>
              <a:cs typeface="Franklin Gothic Heavy" panose="020B0903020102020204" charset="0"/>
            </a:endParaRPr>
          </a:p>
        </p:txBody>
      </p:sp>
      <p:sp>
        <p:nvSpPr>
          <p:cNvPr id="12" name="Овал 11"/>
          <p:cNvSpPr/>
          <p:nvPr/>
        </p:nvSpPr>
        <p:spPr>
          <a:xfrm rot="20940000">
            <a:off x="-437515" y="-3740785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4" name="Овал 13"/>
          <p:cNvSpPr/>
          <p:nvPr/>
        </p:nvSpPr>
        <p:spPr>
          <a:xfrm rot="20940000">
            <a:off x="-803910" y="-1584325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5" name="Овал 14"/>
          <p:cNvSpPr/>
          <p:nvPr/>
        </p:nvSpPr>
        <p:spPr>
          <a:xfrm rot="20940000">
            <a:off x="14569440" y="-1612265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-624840" y="511175"/>
            <a:ext cx="3754755" cy="4954905"/>
          </a:xfrm>
          <a:prstGeom prst="roundRect">
            <a:avLst/>
          </a:prstGeom>
          <a:solidFill>
            <a:srgbClr val="4040B2">
              <a:alpha val="67000"/>
            </a:srgbClr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59690" y="2758440"/>
            <a:ext cx="28441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 sz="24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Жанр и аудитория</a:t>
            </a:r>
            <a:endParaRPr lang="ru-RU" altLang="en-US" sz="24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59690" y="4013200"/>
            <a:ext cx="2844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Основные механики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10" name="Изображение 9" descr="image 5-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5750" y="460375"/>
            <a:ext cx="2787650" cy="2758440"/>
          </a:xfrm>
          <a:prstGeom prst="rect">
            <a:avLst/>
          </a:prstGeom>
        </p:spPr>
      </p:pic>
      <p:sp>
        <p:nvSpPr>
          <p:cNvPr id="16" name="Скругленный прямоугольник 15"/>
          <p:cNvSpPr/>
          <p:nvPr/>
        </p:nvSpPr>
        <p:spPr>
          <a:xfrm>
            <a:off x="3693795" y="1385570"/>
            <a:ext cx="5565775" cy="1257300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Текстовое поле 17"/>
          <p:cNvSpPr txBox="1"/>
          <p:nvPr/>
        </p:nvSpPr>
        <p:spPr>
          <a:xfrm>
            <a:off x="3867150" y="1466850"/>
            <a:ext cx="5201920" cy="10426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>
              <a:lnSpc>
                <a:spcPct val="100000"/>
              </a:lnSpc>
            </a:pPr>
            <a:r>
              <a:rPr lang="en-US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Жанр</a:t>
            </a:r>
            <a:r>
              <a:rPr lang="en-US" altLang="ru-RU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 </a:t>
            </a:r>
            <a:r>
              <a:rPr lang="en-US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игры</a:t>
            </a:r>
            <a:endParaRPr lang="en-US" altLang="ru-RU" sz="2400">
              <a:solidFill>
                <a:srgbClr val="9FE5FF"/>
              </a:solidFill>
              <a:latin typeface="Bahnschrift" panose="020B0502040204020203" charset="0"/>
              <a:cs typeface="Bahnschrift" panose="020B0502040204020203" charset="0"/>
            </a:endParaRPr>
          </a:p>
          <a:p>
            <a:pPr algn="ctr">
              <a:lnSpc>
                <a:spcPct val="100000"/>
              </a:lnSpc>
            </a:pP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3D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головоломка</a:t>
            </a:r>
            <a:endParaRPr lang="ru-RU" altLang="en-US" sz="28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3760470" y="3124200"/>
            <a:ext cx="5565775" cy="1257300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2" name="Текстовое поле 21"/>
          <p:cNvSpPr txBox="1"/>
          <p:nvPr/>
        </p:nvSpPr>
        <p:spPr>
          <a:xfrm>
            <a:off x="3933825" y="3205480"/>
            <a:ext cx="5201920" cy="10426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>
              <a:lnSpc>
                <a:spcPct val="100000"/>
              </a:lnSpc>
            </a:pPr>
            <a:r>
              <a:rPr lang="ru-RU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Аудитория</a:t>
            </a:r>
            <a:endParaRPr lang="en-US" altLang="ru-RU" sz="2400">
              <a:solidFill>
                <a:srgbClr val="9FE5FF"/>
              </a:solidFill>
              <a:latin typeface="Bahnschrift" panose="020B0502040204020203" charset="0"/>
              <a:cs typeface="Bahnschrift" panose="020B0502040204020203" charset="0"/>
            </a:endParaRPr>
          </a:p>
          <a:p>
            <a:pPr algn="ctr">
              <a:lnSpc>
                <a:spcPct val="100000"/>
              </a:lnSpc>
            </a:pPr>
            <a:r>
              <a:rPr lang="ru-RU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Л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юбители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логических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игр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.</a:t>
            </a:r>
            <a:endParaRPr lang="ru-RU" altLang="en-US" sz="28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7" name="Овал 16"/>
          <p:cNvSpPr/>
          <p:nvPr/>
        </p:nvSpPr>
        <p:spPr>
          <a:xfrm rot="180000">
            <a:off x="9939655" y="4150360"/>
            <a:ext cx="794385" cy="794385"/>
          </a:xfrm>
          <a:prstGeom prst="ellipse">
            <a:avLst/>
          </a:prstGeom>
          <a:solidFill>
            <a:srgbClr val="318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9" name="Текстовое поле 18"/>
          <p:cNvSpPr txBox="1"/>
          <p:nvPr/>
        </p:nvSpPr>
        <p:spPr>
          <a:xfrm rot="180000">
            <a:off x="9939020" y="4149725"/>
            <a:ext cx="794385" cy="79565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/>
            <a:r>
              <a:rPr lang="ru-RU" altLang="en-US" sz="2800">
                <a:solidFill>
                  <a:schemeClr val="bg1"/>
                </a:solidFill>
                <a:latin typeface="Bahnschrift" panose="020B0502040204020203" charset="0"/>
                <a:cs typeface="Bahnschrift" panose="020B0502040204020203" charset="0"/>
              </a:rPr>
              <a:t>8+</a:t>
            </a:r>
            <a:endParaRPr lang="ru-RU" altLang="en-US" sz="2800">
              <a:solidFill>
                <a:schemeClr val="bg1"/>
              </a:solidFill>
              <a:latin typeface="Bahnschrift" panose="020B0502040204020203" charset="0"/>
              <a:cs typeface="Bahnschrift" panose="020B0502040204020203" charset="0"/>
            </a:endParaRPr>
          </a:p>
        </p:txBody>
      </p:sp>
      <p:sp>
        <p:nvSpPr>
          <p:cNvPr id="23" name="Овал 22"/>
          <p:cNvSpPr/>
          <p:nvPr/>
        </p:nvSpPr>
        <p:spPr>
          <a:xfrm rot="180000">
            <a:off x="3331210" y="4603115"/>
            <a:ext cx="353695" cy="353695"/>
          </a:xfrm>
          <a:prstGeom prst="ellipse">
            <a:avLst/>
          </a:prstGeom>
          <a:solidFill>
            <a:srgbClr val="3F31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5" name="Овал 24"/>
          <p:cNvSpPr/>
          <p:nvPr/>
        </p:nvSpPr>
        <p:spPr>
          <a:xfrm rot="180000">
            <a:off x="8414385" y="408305"/>
            <a:ext cx="353695" cy="353695"/>
          </a:xfrm>
          <a:prstGeom prst="ellipse">
            <a:avLst/>
          </a:prstGeom>
          <a:solidFill>
            <a:srgbClr val="3F31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6" name="Текстовое поле 25"/>
          <p:cNvSpPr txBox="1"/>
          <p:nvPr/>
        </p:nvSpPr>
        <p:spPr>
          <a:xfrm>
            <a:off x="-4422140" y="4128135"/>
            <a:ext cx="2993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Водная комната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32" name="Изображение 31" descr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7425" y="9042400"/>
            <a:ext cx="3209925" cy="3032760"/>
          </a:xfrm>
          <a:prstGeom prst="rect">
            <a:avLst/>
          </a:prstGeom>
          <a:noFill/>
        </p:spPr>
      </p:pic>
      <p:pic>
        <p:nvPicPr>
          <p:cNvPr id="35" name="Изображение 34" descr="Рисунок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740" y="14570710"/>
            <a:ext cx="8119745" cy="5120640"/>
          </a:xfrm>
          <a:prstGeom prst="rect">
            <a:avLst/>
          </a:prstGeom>
        </p:spPr>
      </p:pic>
      <p:pic>
        <p:nvPicPr>
          <p:cNvPr id="27" name="Изображение 26" descr="My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0205" y="-7166610"/>
            <a:ext cx="3832225" cy="3832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Изображение 34" descr="Рисунок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1855" y="511175"/>
            <a:ext cx="8119745" cy="4955540"/>
          </a:xfrm>
          <a:prstGeom prst="rect">
            <a:avLst/>
          </a:prstGeom>
        </p:spPr>
      </p:pic>
      <p:sp>
        <p:nvSpPr>
          <p:cNvPr id="5" name="Скругленный прямоугольник 4"/>
          <p:cNvSpPr/>
          <p:nvPr/>
        </p:nvSpPr>
        <p:spPr>
          <a:xfrm>
            <a:off x="-624840" y="511175"/>
            <a:ext cx="3754755" cy="4954905"/>
          </a:xfrm>
          <a:prstGeom prst="roundRect">
            <a:avLst/>
          </a:prstGeom>
          <a:solidFill>
            <a:srgbClr val="4040B2">
              <a:alpha val="67000"/>
            </a:srgbClr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149225" y="1280160"/>
            <a:ext cx="2844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Жанр и аудитория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0" y="2837180"/>
            <a:ext cx="29933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 sz="24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Основные механики</a:t>
            </a:r>
            <a:endParaRPr lang="ru-RU" altLang="en-US" sz="24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10" name="Изображение 9" descr="image 5-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1870" y="-1478280"/>
            <a:ext cx="2787650" cy="2758440"/>
          </a:xfrm>
          <a:prstGeom prst="rect">
            <a:avLst/>
          </a:prstGeom>
        </p:spPr>
      </p:pic>
      <p:sp>
        <p:nvSpPr>
          <p:cNvPr id="16" name="Скругленный прямоугольник 15"/>
          <p:cNvSpPr/>
          <p:nvPr/>
        </p:nvSpPr>
        <p:spPr>
          <a:xfrm>
            <a:off x="3609975" y="-10526395"/>
            <a:ext cx="5565775" cy="1257300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Текстовое поле 17"/>
          <p:cNvSpPr txBox="1"/>
          <p:nvPr/>
        </p:nvSpPr>
        <p:spPr>
          <a:xfrm>
            <a:off x="3783330" y="-10445115"/>
            <a:ext cx="5201920" cy="10426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>
              <a:lnSpc>
                <a:spcPct val="100000"/>
              </a:lnSpc>
            </a:pPr>
            <a:r>
              <a:rPr lang="en-US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Жанр</a:t>
            </a:r>
            <a:r>
              <a:rPr lang="en-US" altLang="ru-RU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 </a:t>
            </a:r>
            <a:r>
              <a:rPr lang="en-US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игры</a:t>
            </a:r>
            <a:endParaRPr lang="en-US" altLang="ru-RU" sz="2400">
              <a:solidFill>
                <a:srgbClr val="9FE5FF"/>
              </a:solidFill>
              <a:latin typeface="Bahnschrift" panose="020B0502040204020203" charset="0"/>
              <a:cs typeface="Bahnschrift" panose="020B0502040204020203" charset="0"/>
            </a:endParaRPr>
          </a:p>
          <a:p>
            <a:pPr algn="ctr">
              <a:lnSpc>
                <a:spcPct val="100000"/>
              </a:lnSpc>
            </a:pP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3D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головоломка</a:t>
            </a:r>
            <a:endParaRPr lang="ru-RU" altLang="en-US" sz="28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4040505" y="-1853565"/>
            <a:ext cx="5565775" cy="1257300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2" name="Текстовое поле 21"/>
          <p:cNvSpPr txBox="1"/>
          <p:nvPr/>
        </p:nvSpPr>
        <p:spPr>
          <a:xfrm>
            <a:off x="4213860" y="-1772285"/>
            <a:ext cx="5201920" cy="10426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>
              <a:lnSpc>
                <a:spcPct val="100000"/>
              </a:lnSpc>
            </a:pPr>
            <a:r>
              <a:rPr lang="ru-RU" altLang="en-US" sz="2400">
                <a:solidFill>
                  <a:srgbClr val="9FE5FF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Аудитория</a:t>
            </a:r>
            <a:endParaRPr lang="en-US" altLang="ru-RU" sz="2400">
              <a:solidFill>
                <a:srgbClr val="9FE5FF"/>
              </a:solidFill>
              <a:latin typeface="Bahnschrift" panose="020B0502040204020203" charset="0"/>
              <a:cs typeface="Bahnschrift" panose="020B0502040204020203" charset="0"/>
            </a:endParaRPr>
          </a:p>
          <a:p>
            <a:pPr algn="ctr">
              <a:lnSpc>
                <a:spcPct val="100000"/>
              </a:lnSpc>
            </a:pPr>
            <a:r>
              <a:rPr lang="ru-RU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Л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юбители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логических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 </a:t>
            </a:r>
            <a:r>
              <a:rPr lang="en-US" altLang="en-US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игр</a:t>
            </a:r>
            <a:r>
              <a:rPr lang="en-US" altLang="ru-RU" sz="28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.</a:t>
            </a:r>
            <a:endParaRPr lang="ru-RU" altLang="en-US" sz="28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7" name="Овал 16"/>
          <p:cNvSpPr/>
          <p:nvPr/>
        </p:nvSpPr>
        <p:spPr>
          <a:xfrm rot="180000">
            <a:off x="20021550" y="688340"/>
            <a:ext cx="794385" cy="794385"/>
          </a:xfrm>
          <a:prstGeom prst="ellipse">
            <a:avLst/>
          </a:prstGeom>
          <a:solidFill>
            <a:srgbClr val="318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9" name="Текстовое поле 18"/>
          <p:cNvSpPr txBox="1"/>
          <p:nvPr/>
        </p:nvSpPr>
        <p:spPr>
          <a:xfrm rot="180000">
            <a:off x="20020915" y="687705"/>
            <a:ext cx="794385" cy="79565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/>
            <a:r>
              <a:rPr lang="ru-RU" altLang="en-US" sz="2800">
                <a:solidFill>
                  <a:schemeClr val="bg1"/>
                </a:solidFill>
                <a:latin typeface="Bahnschrift" panose="020B0502040204020203" charset="0"/>
                <a:cs typeface="Bahnschrift" panose="020B0502040204020203" charset="0"/>
              </a:rPr>
              <a:t>8+</a:t>
            </a:r>
            <a:endParaRPr lang="ru-RU" altLang="en-US" sz="2800">
              <a:solidFill>
                <a:schemeClr val="bg1"/>
              </a:solidFill>
              <a:latin typeface="Bahnschrift" panose="020B0502040204020203" charset="0"/>
              <a:cs typeface="Bahnschrift" panose="020B0502040204020203" charset="0"/>
            </a:endParaRPr>
          </a:p>
        </p:txBody>
      </p:sp>
      <p:sp>
        <p:nvSpPr>
          <p:cNvPr id="23" name="Овал 22"/>
          <p:cNvSpPr/>
          <p:nvPr/>
        </p:nvSpPr>
        <p:spPr>
          <a:xfrm rot="180000">
            <a:off x="3420745" y="-2216150"/>
            <a:ext cx="353695" cy="353695"/>
          </a:xfrm>
          <a:prstGeom prst="ellipse">
            <a:avLst/>
          </a:prstGeom>
          <a:solidFill>
            <a:srgbClr val="3F31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5" name="Овал 24"/>
          <p:cNvSpPr/>
          <p:nvPr/>
        </p:nvSpPr>
        <p:spPr>
          <a:xfrm rot="180000">
            <a:off x="8521065" y="-6906895"/>
            <a:ext cx="353695" cy="353695"/>
          </a:xfrm>
          <a:prstGeom prst="ellipse">
            <a:avLst/>
          </a:prstGeom>
          <a:solidFill>
            <a:srgbClr val="3F31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0" name="Текстовое поле 19"/>
          <p:cNvSpPr txBox="1"/>
          <p:nvPr/>
        </p:nvSpPr>
        <p:spPr>
          <a:xfrm>
            <a:off x="0" y="4248150"/>
            <a:ext cx="2993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Водная комната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32" name="Изображение 31" descr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5110" y="1095375"/>
            <a:ext cx="3209925" cy="3032760"/>
          </a:xfrm>
          <a:prstGeom prst="rect">
            <a:avLst/>
          </a:prstGeom>
          <a:noFill/>
        </p:spPr>
      </p:pic>
      <p:sp>
        <p:nvSpPr>
          <p:cNvPr id="36" name="Овал 35"/>
          <p:cNvSpPr/>
          <p:nvPr/>
        </p:nvSpPr>
        <p:spPr>
          <a:xfrm>
            <a:off x="10712450" y="6707505"/>
            <a:ext cx="7025640" cy="7025640"/>
          </a:xfrm>
          <a:prstGeom prst="ellipse">
            <a:avLst/>
          </a:prstGeom>
          <a:solidFill>
            <a:srgbClr val="0033B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37" name="Овал 36"/>
          <p:cNvSpPr/>
          <p:nvPr/>
        </p:nvSpPr>
        <p:spPr>
          <a:xfrm>
            <a:off x="28207970" y="5668645"/>
            <a:ext cx="2925445" cy="2925445"/>
          </a:xfrm>
          <a:prstGeom prst="ellipse">
            <a:avLst/>
          </a:prstGeom>
          <a:solidFill>
            <a:srgbClr val="315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38" name="Текстовое поле 37"/>
          <p:cNvSpPr txBox="1"/>
          <p:nvPr/>
        </p:nvSpPr>
        <p:spPr>
          <a:xfrm>
            <a:off x="-4132580" y="4248150"/>
            <a:ext cx="2844165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ct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Прыгун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39" name="Изображение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7455" y="8594090"/>
            <a:ext cx="8188325" cy="4116070"/>
          </a:xfrm>
          <a:prstGeom prst="rect">
            <a:avLst/>
          </a:prstGeom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620000" scaled="0"/>
            </a:gra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Овал 10"/>
          <p:cNvSpPr/>
          <p:nvPr/>
        </p:nvSpPr>
        <p:spPr>
          <a:xfrm>
            <a:off x="6782435" y="1761490"/>
            <a:ext cx="7025640" cy="7025640"/>
          </a:xfrm>
          <a:prstGeom prst="ellipse">
            <a:avLst/>
          </a:prstGeom>
          <a:solidFill>
            <a:srgbClr val="0033B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pic>
        <p:nvPicPr>
          <p:cNvPr id="35" name="Изображение 34" descr="Рисунок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3330" y="-6455410"/>
            <a:ext cx="8119745" cy="4955540"/>
          </a:xfrm>
          <a:prstGeom prst="rect">
            <a:avLst/>
          </a:prstGeom>
        </p:spPr>
      </p:pic>
      <p:sp>
        <p:nvSpPr>
          <p:cNvPr id="5" name="Скругленный прямоугольник 4"/>
          <p:cNvSpPr/>
          <p:nvPr/>
        </p:nvSpPr>
        <p:spPr>
          <a:xfrm>
            <a:off x="-624840" y="511175"/>
            <a:ext cx="3754755" cy="4954905"/>
          </a:xfrm>
          <a:prstGeom prst="roundRect">
            <a:avLst/>
          </a:prstGeom>
          <a:solidFill>
            <a:srgbClr val="4040B2">
              <a:alpha val="67000"/>
            </a:srgbClr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-4786630" y="1280160"/>
            <a:ext cx="2844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Жанр и аудитория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10257155" y="4385945"/>
            <a:ext cx="2925445" cy="2925445"/>
          </a:xfrm>
          <a:prstGeom prst="ellipse">
            <a:avLst/>
          </a:prstGeom>
          <a:solidFill>
            <a:srgbClr val="315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-39370" y="1188085"/>
            <a:ext cx="2993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Основные механики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20" name="Текстовое поле 19"/>
          <p:cNvSpPr txBox="1"/>
          <p:nvPr/>
        </p:nvSpPr>
        <p:spPr>
          <a:xfrm>
            <a:off x="0" y="2785110"/>
            <a:ext cx="2993390" cy="4603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r"/>
            <a:r>
              <a:rPr lang="ru-RU" altLang="en-US" sz="24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Водная комната</a:t>
            </a:r>
            <a:endParaRPr lang="ru-RU" altLang="en-US" sz="24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32" name="Изображение 31" descr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4665" y="-6206490"/>
            <a:ext cx="3209925" cy="3032760"/>
          </a:xfrm>
          <a:prstGeom prst="rect">
            <a:avLst/>
          </a:prstGeom>
          <a:noFill/>
        </p:spPr>
      </p:pic>
      <p:sp>
        <p:nvSpPr>
          <p:cNvPr id="3" name="Текстовое поле 2"/>
          <p:cNvSpPr txBox="1"/>
          <p:nvPr/>
        </p:nvSpPr>
        <p:spPr>
          <a:xfrm>
            <a:off x="109855" y="4474210"/>
            <a:ext cx="2844165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Прыгун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785" y="957580"/>
            <a:ext cx="8188325" cy="4116070"/>
          </a:xfrm>
          <a:prstGeom prst="rect">
            <a:avLst/>
          </a:prstGeom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620000" scaled="0"/>
            </a:gradFill>
          </a:ln>
        </p:spPr>
      </p:pic>
      <p:sp>
        <p:nvSpPr>
          <p:cNvPr id="12" name="Текстовое поле 11"/>
          <p:cNvSpPr txBox="1"/>
          <p:nvPr/>
        </p:nvSpPr>
        <p:spPr>
          <a:xfrm>
            <a:off x="-3975100" y="4374515"/>
            <a:ext cx="29933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Описание проиизводительности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Овал 10"/>
          <p:cNvSpPr/>
          <p:nvPr/>
        </p:nvSpPr>
        <p:spPr>
          <a:xfrm>
            <a:off x="7832725" y="-1145540"/>
            <a:ext cx="7025640" cy="7025640"/>
          </a:xfrm>
          <a:prstGeom prst="ellipse">
            <a:avLst/>
          </a:prstGeom>
          <a:solidFill>
            <a:srgbClr val="0033B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-624840" y="511175"/>
            <a:ext cx="3754755" cy="4954905"/>
          </a:xfrm>
          <a:prstGeom prst="roundRect">
            <a:avLst/>
          </a:prstGeom>
          <a:solidFill>
            <a:srgbClr val="4040B2">
              <a:alpha val="67000"/>
            </a:srgbClr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Овал 7"/>
          <p:cNvSpPr/>
          <p:nvPr/>
        </p:nvSpPr>
        <p:spPr>
          <a:xfrm>
            <a:off x="10454005" y="-765810"/>
            <a:ext cx="2925445" cy="2925445"/>
          </a:xfrm>
          <a:prstGeom prst="ellipse">
            <a:avLst/>
          </a:prstGeom>
          <a:solidFill>
            <a:srgbClr val="315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-5541010" y="1188085"/>
            <a:ext cx="2993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Основные механики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20" name="Текстовое поле 19"/>
          <p:cNvSpPr txBox="1"/>
          <p:nvPr/>
        </p:nvSpPr>
        <p:spPr>
          <a:xfrm>
            <a:off x="-12700" y="1234123"/>
            <a:ext cx="2993390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Водная комната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136525" y="2758123"/>
            <a:ext cx="2844165" cy="4603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r"/>
            <a:r>
              <a:rPr lang="ru-RU" altLang="en-US" sz="24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Прыгун</a:t>
            </a:r>
            <a:endParaRPr lang="ru-RU" altLang="en-US" sz="24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83635" y="-5261610"/>
            <a:ext cx="8188325" cy="4116070"/>
          </a:xfrm>
          <a:prstGeom prst="rect">
            <a:avLst/>
          </a:prstGeom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620000" scaled="0"/>
            </a:gradFill>
          </a:ln>
        </p:spPr>
      </p:pic>
      <p:sp>
        <p:nvSpPr>
          <p:cNvPr id="4" name="Текстовое поле 3"/>
          <p:cNvSpPr txBox="1"/>
          <p:nvPr/>
        </p:nvSpPr>
        <p:spPr>
          <a:xfrm>
            <a:off x="-12700" y="4374515"/>
            <a:ext cx="29933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Описание проиизводительности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19" name="Изображение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895" y="9740900"/>
            <a:ext cx="8317230" cy="3142615"/>
          </a:xfrm>
          <a:prstGeom prst="rect">
            <a:avLst/>
          </a:prstGeom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/>
          <p:cNvSpPr/>
          <p:nvPr/>
        </p:nvSpPr>
        <p:spPr>
          <a:xfrm>
            <a:off x="-624840" y="511175"/>
            <a:ext cx="3754755" cy="4954905"/>
          </a:xfrm>
          <a:prstGeom prst="roundRect">
            <a:avLst/>
          </a:prstGeom>
          <a:solidFill>
            <a:srgbClr val="4040B2">
              <a:alpha val="67000"/>
            </a:srgbClr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-4005580" y="1234123"/>
            <a:ext cx="2993390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Водная комната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136525" y="1280160"/>
            <a:ext cx="2844165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Прыгун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6" name="Текстовое поле 15"/>
          <p:cNvSpPr txBox="1"/>
          <p:nvPr/>
        </p:nvSpPr>
        <p:spPr>
          <a:xfrm>
            <a:off x="-22860" y="2764790"/>
            <a:ext cx="2993390" cy="7988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 sz="23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Описание проиизводительности</a:t>
            </a:r>
            <a:endParaRPr lang="ru-RU" altLang="en-US" sz="23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5455285" y="-3462020"/>
            <a:ext cx="7025640" cy="7025640"/>
          </a:xfrm>
          <a:prstGeom prst="ellipse">
            <a:avLst/>
          </a:prstGeom>
          <a:solidFill>
            <a:srgbClr val="0033B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Овал 17"/>
          <p:cNvSpPr/>
          <p:nvPr/>
        </p:nvSpPr>
        <p:spPr>
          <a:xfrm>
            <a:off x="8549005" y="-1786890"/>
            <a:ext cx="2925445" cy="2925445"/>
          </a:xfrm>
          <a:prstGeom prst="ellipse">
            <a:avLst/>
          </a:prstGeom>
          <a:solidFill>
            <a:srgbClr val="315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pic>
        <p:nvPicPr>
          <p:cNvPr id="19" name="Изображение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9625" y="1602740"/>
            <a:ext cx="8317230" cy="3142615"/>
          </a:xfrm>
          <a:prstGeom prst="rect">
            <a:avLst/>
          </a:prstGeom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</p:pic>
      <p:sp>
        <p:nvSpPr>
          <p:cNvPr id="21" name="Овал 20"/>
          <p:cNvSpPr/>
          <p:nvPr/>
        </p:nvSpPr>
        <p:spPr>
          <a:xfrm rot="20940000">
            <a:off x="12515850" y="9229090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704215" y="8579485"/>
            <a:ext cx="10962640" cy="3913505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3" name="Овал 22"/>
          <p:cNvSpPr/>
          <p:nvPr/>
        </p:nvSpPr>
        <p:spPr>
          <a:xfrm rot="20940000">
            <a:off x="12065" y="7842250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4" name="Овал 23"/>
          <p:cNvSpPr/>
          <p:nvPr/>
        </p:nvSpPr>
        <p:spPr>
          <a:xfrm rot="20940000">
            <a:off x="493395" y="13150215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5" name="Овал 24"/>
          <p:cNvSpPr/>
          <p:nvPr/>
        </p:nvSpPr>
        <p:spPr>
          <a:xfrm rot="20940000">
            <a:off x="9585960" y="11506200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6" name="Текстовое поле 25"/>
          <p:cNvSpPr txBox="1"/>
          <p:nvPr/>
        </p:nvSpPr>
        <p:spPr>
          <a:xfrm>
            <a:off x="3349625" y="14073505"/>
            <a:ext cx="619315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Спасибо за внимание</a:t>
            </a:r>
            <a:endParaRPr lang="ru-RU" altLang="en-US" sz="40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28" name="Изображение 27" descr="My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205" y="-6063615"/>
            <a:ext cx="3832225" cy="3832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/>
          <p:cNvSpPr/>
          <p:nvPr/>
        </p:nvSpPr>
        <p:spPr>
          <a:xfrm>
            <a:off x="-4599305" y="511175"/>
            <a:ext cx="3754755" cy="4954905"/>
          </a:xfrm>
          <a:prstGeom prst="roundRect">
            <a:avLst/>
          </a:prstGeom>
          <a:solidFill>
            <a:srgbClr val="4040B2">
              <a:alpha val="67000"/>
            </a:srgbClr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-3837940" y="1280160"/>
            <a:ext cx="2844165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r"/>
            <a:r>
              <a:rPr lang="ru-RU" altLang="en-US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Прыгун</a:t>
            </a:r>
            <a:endParaRPr lang="ru-RU" altLang="en-US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6" name="Текстовое поле 15"/>
          <p:cNvSpPr txBox="1"/>
          <p:nvPr/>
        </p:nvSpPr>
        <p:spPr>
          <a:xfrm>
            <a:off x="-3997325" y="2764790"/>
            <a:ext cx="2993390" cy="7988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ru-RU" altLang="en-US" sz="23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Описание проиизводительности</a:t>
            </a:r>
            <a:endParaRPr lang="ru-RU" altLang="en-US" sz="23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2925445" y="-7881620"/>
            <a:ext cx="7025640" cy="7025640"/>
          </a:xfrm>
          <a:prstGeom prst="ellipse">
            <a:avLst/>
          </a:prstGeom>
          <a:solidFill>
            <a:srgbClr val="0033B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Овал 17"/>
          <p:cNvSpPr/>
          <p:nvPr/>
        </p:nvSpPr>
        <p:spPr>
          <a:xfrm>
            <a:off x="11231245" y="-23396575"/>
            <a:ext cx="2925445" cy="2925445"/>
          </a:xfrm>
          <a:prstGeom prst="ellipse">
            <a:avLst/>
          </a:prstGeom>
          <a:solidFill>
            <a:srgbClr val="315D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pic>
        <p:nvPicPr>
          <p:cNvPr id="19" name="Изображение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985" y="-5939790"/>
            <a:ext cx="8317230" cy="3142615"/>
          </a:xfrm>
          <a:prstGeom prst="rect">
            <a:avLst/>
          </a:prstGeom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lin ang="4740000" scaled="1"/>
            </a:gradFill>
          </a:ln>
        </p:spPr>
      </p:pic>
      <p:sp>
        <p:nvSpPr>
          <p:cNvPr id="2" name="Овал 1"/>
          <p:cNvSpPr/>
          <p:nvPr/>
        </p:nvSpPr>
        <p:spPr>
          <a:xfrm rot="20940000">
            <a:off x="11662410" y="1649095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64845" y="3429000"/>
            <a:ext cx="10962640" cy="3913505"/>
          </a:xfrm>
          <a:prstGeom prst="roundRect">
            <a:avLst/>
          </a:prstGeom>
          <a:solidFill>
            <a:srgbClr val="4040B2"/>
          </a:solidFill>
          <a:ln w="63500">
            <a:gradFill>
              <a:gsLst>
                <a:gs pos="0">
                  <a:srgbClr val="00A0FC"/>
                </a:gs>
                <a:gs pos="100000">
                  <a:srgbClr val="1B00EA"/>
                </a:gs>
              </a:gsLst>
              <a:path path="rect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3" name="Овал 2"/>
          <p:cNvSpPr/>
          <p:nvPr/>
        </p:nvSpPr>
        <p:spPr>
          <a:xfrm rot="20940000">
            <a:off x="1767205" y="922020"/>
            <a:ext cx="403225" cy="403225"/>
          </a:xfrm>
          <a:prstGeom prst="ellipse">
            <a:avLst/>
          </a:prstGeom>
          <a:solidFill>
            <a:srgbClr val="0072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4" name="Овал 3"/>
          <p:cNvSpPr/>
          <p:nvPr/>
        </p:nvSpPr>
        <p:spPr>
          <a:xfrm rot="20940000">
            <a:off x="1096010" y="2490470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5" name="Овал 14"/>
          <p:cNvSpPr/>
          <p:nvPr/>
        </p:nvSpPr>
        <p:spPr>
          <a:xfrm rot="20940000">
            <a:off x="9144000" y="43180"/>
            <a:ext cx="501650" cy="501650"/>
          </a:xfrm>
          <a:prstGeom prst="ellipse">
            <a:avLst/>
          </a:prstGeom>
          <a:solidFill>
            <a:srgbClr val="0041E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3049270" y="3690620"/>
            <a:ext cx="619315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>
                <a:solidFill>
                  <a:schemeClr val="bg1"/>
                </a:solidFill>
                <a:latin typeface="Franklin Gothic Medium" panose="020B0603020102020204" charset="0"/>
                <a:cs typeface="Franklin Gothic Medium" panose="020B0603020102020204" charset="0"/>
              </a:rPr>
              <a:t>Спасибо за внимание</a:t>
            </a:r>
            <a:endParaRPr lang="ru-RU" altLang="en-US" sz="4000">
              <a:solidFill>
                <a:schemeClr val="bg1"/>
              </a:solidFill>
              <a:latin typeface="Franklin Gothic Medium" panose="020B0603020102020204" charset="0"/>
              <a:cs typeface="Franklin Gothic Medium" panose="020B0603020102020204" charset="0"/>
            </a:endParaRPr>
          </a:p>
        </p:txBody>
      </p:sp>
      <p:pic>
        <p:nvPicPr>
          <p:cNvPr id="20" name="Изображение 19" descr="My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150" y="114935"/>
            <a:ext cx="3187700" cy="3187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649</Words>
  <Application>WPS Presentation</Application>
  <PresentationFormat>Widescreen</PresentationFormat>
  <Paragraphs>86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42" baseType="lpstr">
      <vt:lpstr>Arial</vt:lpstr>
      <vt:lpstr>SimSun</vt:lpstr>
      <vt:lpstr>Wingdings</vt:lpstr>
      <vt:lpstr>Franklin Gothic Medium</vt:lpstr>
      <vt:lpstr>Franklin Gothic Book</vt:lpstr>
      <vt:lpstr>Franklin Gothic Heavy</vt:lpstr>
      <vt:lpstr>Calibri</vt:lpstr>
      <vt:lpstr>Microsoft YaHei</vt:lpstr>
      <vt:lpstr>Arial Unicode MS</vt:lpstr>
      <vt:lpstr>Calibri Light</vt:lpstr>
      <vt:lpstr>Bahnschrift</vt:lpstr>
      <vt:lpstr>Bahnschrift SemiLight SemiCondensed</vt:lpstr>
      <vt:lpstr>Bahnschrift SemiBold Condensed</vt:lpstr>
      <vt:lpstr>Bahnschrift SemiCondensed</vt:lpstr>
      <vt:lpstr>Bahnschrift SemiBold</vt:lpstr>
      <vt:lpstr>Book Antiqua</vt:lpstr>
      <vt:lpstr>Cascadia Code SemiBold</vt:lpstr>
      <vt:lpstr>Cascadia Mono Light</vt:lpstr>
      <vt:lpstr>Corbel</vt:lpstr>
      <vt:lpstr>Ink Free</vt:lpstr>
      <vt:lpstr>Lucida Sans Unicode</vt:lpstr>
      <vt:lpstr>Microsoft JhengHei UI</vt:lpstr>
      <vt:lpstr>Microsoft Sans Serif</vt:lpstr>
      <vt:lpstr>Microsoft YaHei UI</vt:lpstr>
      <vt:lpstr>MS Reference Sans Serif</vt:lpstr>
      <vt:lpstr>Segoe UI</vt:lpstr>
      <vt:lpstr>Segoe UI Variable Display Semilight</vt:lpstr>
      <vt:lpstr>Segoe UI Variable Text Semilight</vt:lpstr>
      <vt:lpstr>Sitka Heading</vt:lpstr>
      <vt:lpstr>Sylfaen</vt:lpstr>
      <vt:lpstr>Dubai</vt:lpstr>
      <vt:lpstr>Cascadia Code Light</vt:lpstr>
      <vt:lpstr>Cascadia Mono ExtraLight</vt:lpstr>
      <vt:lpstr>Bahnschrift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Анастасия Колотилина</dc:creator>
  <cp:lastModifiedBy>Champ</cp:lastModifiedBy>
  <cp:revision>29</cp:revision>
  <dcterms:created xsi:type="dcterms:W3CDTF">2025-07-23T00:59:00Z</dcterms:created>
  <dcterms:modified xsi:type="dcterms:W3CDTF">2026-04-17T05:24:40Z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1049-12.2.0.23196</vt:lpwstr>
  </property>
</Properties>
</file>